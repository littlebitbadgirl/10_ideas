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04"/>
  </p:normalViewPr>
  <p:slideViewPr>
    <p:cSldViewPr snapToGrid="0" snapToObjects="1">
      <p:cViewPr varScale="1">
        <p:scale>
          <a:sx n="120" d="100"/>
          <a:sy n="120" d="100"/>
        </p:scale>
        <p:origin x="13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CAD4F-A7C2-5C46-8414-F16AC1122F0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863B4-E078-AE42-A0E7-E60DAFE807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346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50800">
            <a:solidFill>
              <a:srgbClr val="FF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D4FF"/>
                </a:solidFill>
              </a:defRPr>
            </a:pPr>
            <a:r>
              <a:t>10 Ideas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Как я автоматизировала креативный процесс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A43661D4-FA08-E0D1-BD53-1F5DA2794B83}"/>
              </a:ext>
            </a:extLst>
          </p:cNvPr>
          <p:cNvSpPr/>
          <p:nvPr/>
        </p:nvSpPr>
        <p:spPr>
          <a:xfrm>
            <a:off x="2145024" y="1466850"/>
            <a:ext cx="4853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FB9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Проблема</a:t>
            </a:r>
            <a:endParaRPr lang="en-US" sz="3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D03CA86-82D4-C405-1041-9FE64E153685}"/>
              </a:ext>
            </a:extLst>
          </p:cNvPr>
          <p:cNvSpPr/>
          <p:nvPr/>
        </p:nvSpPr>
        <p:spPr>
          <a:xfrm>
            <a:off x="2192611" y="2152650"/>
            <a:ext cx="47587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5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Нужна регулярная привычка развивать креативность,</a:t>
            </a:r>
            <a:endParaRPr lang="en-US" sz="1500" dirty="0"/>
          </a:p>
          <a:p>
            <a:pPr algn="ctr">
              <a:lnSpc>
                <a:spcPts val="2400"/>
              </a:lnSpc>
            </a:pPr>
            <a:r>
              <a:rPr lang="en-US" sz="15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но упражнения не приходят сами собой</a:t>
            </a:r>
            <a:endParaRPr lang="en-US" sz="1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9EDEBC7-C3E6-EEDC-ACDB-8926F5F987C4}"/>
              </a:ext>
            </a:extLst>
          </p:cNvPr>
          <p:cNvSpPr/>
          <p:nvPr/>
        </p:nvSpPr>
        <p:spPr>
          <a:xfrm>
            <a:off x="2145024" y="3067050"/>
            <a:ext cx="485387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2400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↓</a:t>
            </a:r>
            <a:endParaRPr lang="en-US" sz="24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4BF8652-673D-6975-4FBF-04B2C75407B0}"/>
              </a:ext>
            </a:extLst>
          </p:cNvPr>
          <p:cNvSpPr/>
          <p:nvPr/>
        </p:nvSpPr>
        <p:spPr>
          <a:xfrm>
            <a:off x="2145024" y="3733800"/>
            <a:ext cx="4853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4ADE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Решение</a:t>
            </a:r>
            <a:endParaRPr lang="en-US" sz="30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8099F90-FD4C-8D66-E8F8-73C4AF73C8B9}"/>
              </a:ext>
            </a:extLst>
          </p:cNvPr>
          <p:cNvSpPr/>
          <p:nvPr/>
        </p:nvSpPr>
        <p:spPr>
          <a:xfrm>
            <a:off x="2192611" y="4419600"/>
            <a:ext cx="47587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5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Бот, который каждый день присылает
</a:t>
            </a:r>
            <a:r>
              <a:rPr lang="en-US" sz="15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 актуальных идей для креативности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92B3E20-AA72-90C9-7958-BE940D2437C7}"/>
              </a:ext>
            </a:extLst>
          </p:cNvPr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Как это работает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43F7F-DE3F-05FF-C16F-6A34CE82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02E525-FF85-0398-3EFF-E359481D6E9A}"/>
              </a:ext>
            </a:extLst>
          </p:cNvPr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D8698-1341-A279-6CD7-1CDAE49828AD}"/>
              </a:ext>
            </a:extLst>
          </p:cNvPr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6B5A"/>
                </a:solidFill>
              </a:defRPr>
            </a:pPr>
            <a:r>
              <a:t>Первая версия: 100% провал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71BC0-ECE8-ACCA-37E1-91189F27F69E}"/>
              </a:ext>
            </a:extLst>
          </p:cNvPr>
          <p:cNvSpPr txBox="1"/>
          <p:nvPr/>
        </p:nvSpPr>
        <p:spPr>
          <a:xfrm>
            <a:off x="1097280" y="16459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Метрика: 100% заданий доходят до 5-й попытки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Проблема: Similarity score застревает на 88%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Причина: Критик слишком строг (пороги 70-80)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Результат: Всегда срабатывает fallback с простым промптом</a:t>
            </a:r>
          </a:p>
        </p:txBody>
      </p:sp>
    </p:spTree>
    <p:extLst>
      <p:ext uri="{BB962C8B-B14F-4D97-AF65-F5344CB8AC3E}">
        <p14:creationId xmlns:p14="http://schemas.microsoft.com/office/powerpoint/2010/main" val="338233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Решение: Генератор + Критик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Генератор (DeepSeek):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• 20 социальных доменов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• Социальная алхимия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• Микро-власть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• Информационное выживание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• Знаниевая инженерия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•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Критик (Claude Haiku 4.5):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• 7 правил проверки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• История 10 заданий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• Адаптивные пороги: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  90 → 92 → 95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• Emergency PASS на попытке 4+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9A5"/>
                </a:solidFill>
              </a:defRPr>
            </a:pPr>
            <a:r>
              <a:t>Ключ к качеству: Адаптивные пороги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Правила критика: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✅ 5+ уникальных слов совпадают → REJECT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✅ Домен повторяется 5+ раз подряд → REJECT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✅ Два абсолютных ограничения → REJECT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⚠️  Одно ограничение (гипербола) → PASS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Адаптивность: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Попытка 0-1: порог similarity ≥ 90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Попытка 2-3: порог ≥ 92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Попытка 4+: AUTO-PASS (emergency блок)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Как это работает: n8n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1. Daily Trigger 9AM → Получить активных пользователей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2. Route: Первая генерация или регенерация?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   ├─ regeneration_count = 0 → AI Генератор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   ├─ regeneration_count 1-4 → AI Регенератор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   └─ regeneration_count ≥ 5 → Fallback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3. AI: Критик → PASS или REJECT?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   ├─ PASS → Отправка пользователю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   └─ REJECT → Log + возврат на регенерацию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4. Save to Airtable Ideas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Реальный лог отклонений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Попытка 1: (REJECT)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"10 способов убедить команду работать в выходные без принуждения"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→ Критик: "Домен 'Социальная алхимия' 6/8. Similarity 88."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Попытка 2: (REJECT)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"10 способов организовать проект, когда участники саботируют сроки"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→ Критик: "Тот же домен. Вариация на 'враждебная среда'. Similarity 88."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Попытка 4: (AUTO-PASS)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CBD5E1"/>
                </a:solidFill>
              </a:defRPr>
            </a:pPr>
            <a:r>
              <a:t>→ Критик: "Emergency PASS. Задание уникально."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Результаты: От провала к системе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До исправлений: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❌ 100% заданий → fallback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❌ Similarity застревает на 88%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❌ Критик убивает всё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Главный инсайт: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"ИИ нужны границы,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но границы должны быть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адаптивными"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После исправлений: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✅ 60-70% проходят на попытках 1-3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✅ Emergency PASS гарантирует результат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✅ Система калибрует границы,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</a:defRPr>
            </a:pPr>
            <a:r>
              <a:t>   не блокирует гиперболу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427</Words>
  <Application>Microsoft Macintosh PowerPoint</Application>
  <PresentationFormat>Экран (4:3)</PresentationFormat>
  <Paragraphs>82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-apple-system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Вера</cp:lastModifiedBy>
  <cp:revision>2</cp:revision>
  <dcterms:created xsi:type="dcterms:W3CDTF">2013-01-27T09:14:16Z</dcterms:created>
  <dcterms:modified xsi:type="dcterms:W3CDTF">2026-02-16T20:20:58Z</dcterms:modified>
  <cp:category/>
</cp:coreProperties>
</file>